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mo Bold" charset="1" panose="020B0704020202020204"/>
      <p:regular r:id="rId15"/>
    </p:embeddedFont>
    <p:embeddedFont>
      <p:font typeface="Arimo" charset="1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21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.jpeg" Type="http://schemas.openxmlformats.org/officeDocument/2006/relationships/image"/><Relationship Id="rId6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D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229573" cy="10287000"/>
          </a:xfrm>
          <a:custGeom>
            <a:avLst/>
            <a:gdLst/>
            <a:ahLst/>
            <a:cxnLst/>
            <a:rect r="r" b="b" t="t" l="l"/>
            <a:pathLst>
              <a:path h="10287000" w="9229573">
                <a:moveTo>
                  <a:pt x="0" y="0"/>
                </a:moveTo>
                <a:lnTo>
                  <a:pt x="9229573" y="0"/>
                </a:lnTo>
                <a:lnTo>
                  <a:pt x="922957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878" t="0" r="0" b="-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66558" y="1616421"/>
            <a:ext cx="10027329" cy="2752754"/>
            <a:chOff x="0" y="0"/>
            <a:chExt cx="13369773" cy="36703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768" cy="3670342"/>
            </a:xfrm>
            <a:custGeom>
              <a:avLst/>
              <a:gdLst/>
              <a:ahLst/>
              <a:cxnLst/>
              <a:rect r="r" b="b" t="t" l="l"/>
              <a:pathLst>
                <a:path h="3670342" w="13369768">
                  <a:moveTo>
                    <a:pt x="0" y="0"/>
                  </a:moveTo>
                  <a:lnTo>
                    <a:pt x="13369768" y="0"/>
                  </a:lnTo>
                  <a:lnTo>
                    <a:pt x="13369768" y="3670342"/>
                  </a:lnTo>
                  <a:lnTo>
                    <a:pt x="0" y="36703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977" r="0" b="-2097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369773" cy="370843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Projeto Sites linux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030733" y="5801878"/>
            <a:ext cx="4860331" cy="11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Pedro Davi de Lima Fernandes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Pedro Lucas Oliveira de Sousa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Tales de Souza Lourenço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67171" y="4616167"/>
            <a:ext cx="6391227" cy="4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Instalação e Configuração de Servidores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36008" y="7439730"/>
            <a:ext cx="152239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23/01/2026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23194" y="397040"/>
            <a:ext cx="4164806" cy="9889960"/>
          </a:xfrm>
          <a:custGeom>
            <a:avLst/>
            <a:gdLst/>
            <a:ahLst/>
            <a:cxnLst/>
            <a:rect r="r" b="b" t="t" l="l"/>
            <a:pathLst>
              <a:path h="9889960" w="4164806">
                <a:moveTo>
                  <a:pt x="0" y="0"/>
                </a:moveTo>
                <a:lnTo>
                  <a:pt x="4164806" y="0"/>
                </a:lnTo>
                <a:lnTo>
                  <a:pt x="4164806" y="9889960"/>
                </a:lnTo>
                <a:lnTo>
                  <a:pt x="0" y="9889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198" t="0" r="-36398" b="-40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9596" y="108776"/>
            <a:ext cx="12446070" cy="1989773"/>
            <a:chOff x="0" y="0"/>
            <a:chExt cx="16594760" cy="26530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594761" cy="2653028"/>
            </a:xfrm>
            <a:custGeom>
              <a:avLst/>
              <a:gdLst/>
              <a:ahLst/>
              <a:cxnLst/>
              <a:rect r="r" b="b" t="t" l="l"/>
              <a:pathLst>
                <a:path h="2653028" w="16594761">
                  <a:moveTo>
                    <a:pt x="0" y="0"/>
                  </a:moveTo>
                  <a:lnTo>
                    <a:pt x="16594761" y="0"/>
                  </a:lnTo>
                  <a:lnTo>
                    <a:pt x="16594761" y="2653028"/>
                  </a:lnTo>
                  <a:lnTo>
                    <a:pt x="0" y="26530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1879" r="0" b="-7187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6594760" cy="26244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b="true" sz="42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Objetivo do projeto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9888" y="3135630"/>
            <a:ext cx="12303252" cy="516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Demonstrar a configuração e administração de um ambiente Web empresarial utilizando ferramentas Linux. Demonstrar a configuração e administração de um ambiente Web empresarial utilizando ferramentas Linux. 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Implementação de uma aplicação funcional com divisão entre Frontend (usuário) e Backend (administrativo).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Separação de serviços (Web e Banco de Dados).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Integração de CRUD</a:t>
            </a:r>
          </a:p>
          <a:p>
            <a:pPr algn="l" marL="542925" indent="-271462" lvl="1">
              <a:lnSpc>
                <a:spcPts val="360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367028" y="9369933"/>
            <a:ext cx="4005072" cy="547688"/>
            <a:chOff x="0" y="0"/>
            <a:chExt cx="5340096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40096" cy="730250"/>
            </a:xfrm>
            <a:custGeom>
              <a:avLst/>
              <a:gdLst/>
              <a:ahLst/>
              <a:cxnLst/>
              <a:rect r="r" b="b" t="t" l="l"/>
              <a:pathLst>
                <a:path h="730250" w="5340096">
                  <a:moveTo>
                    <a:pt x="0" y="0"/>
                  </a:moveTo>
                  <a:lnTo>
                    <a:pt x="5340096" y="0"/>
                  </a:lnTo>
                  <a:lnTo>
                    <a:pt x="534009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488" r="0" b="-9248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340096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23194" y="397040"/>
            <a:ext cx="4164806" cy="9889960"/>
          </a:xfrm>
          <a:custGeom>
            <a:avLst/>
            <a:gdLst/>
            <a:ahLst/>
            <a:cxnLst/>
            <a:rect r="r" b="b" t="t" l="l"/>
            <a:pathLst>
              <a:path h="9889960" w="4164806">
                <a:moveTo>
                  <a:pt x="0" y="0"/>
                </a:moveTo>
                <a:lnTo>
                  <a:pt x="4164806" y="0"/>
                </a:lnTo>
                <a:lnTo>
                  <a:pt x="4164806" y="9889960"/>
                </a:lnTo>
                <a:lnTo>
                  <a:pt x="0" y="9889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198" t="0" r="-36398" b="-40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9596" y="108776"/>
            <a:ext cx="12446070" cy="1989773"/>
            <a:chOff x="0" y="0"/>
            <a:chExt cx="16594760" cy="26530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594761" cy="2653028"/>
            </a:xfrm>
            <a:custGeom>
              <a:avLst/>
              <a:gdLst/>
              <a:ahLst/>
              <a:cxnLst/>
              <a:rect r="r" b="b" t="t" l="l"/>
              <a:pathLst>
                <a:path h="2653028" w="16594761">
                  <a:moveTo>
                    <a:pt x="0" y="0"/>
                  </a:moveTo>
                  <a:lnTo>
                    <a:pt x="16594761" y="0"/>
                  </a:lnTo>
                  <a:lnTo>
                    <a:pt x="16594761" y="2653028"/>
                  </a:lnTo>
                  <a:lnTo>
                    <a:pt x="0" y="26530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1879" r="0" b="-7187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6594760" cy="26244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Tecnologias Utilizadas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89888" y="3135630"/>
            <a:ext cx="12303252" cy="516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Sistema Operacional:</a:t>
            </a: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Debian GNU/Linux (Estabilidade e segurança para servidores).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Servidor Web:</a:t>
            </a: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Apache2 (Hospedagem dos sites e configuração de Virtual Hosts).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Banco de Dados:</a:t>
            </a: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MySQL/MariaDB (Armazenamento relacional dos dados).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Linguagem:</a:t>
            </a: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PHP (Processamento dinâmico e conexão com o banco).</a:t>
            </a:r>
          </a:p>
          <a:p>
            <a:pPr algn="l" marL="542925" indent="-271462" lvl="1">
              <a:lnSpc>
                <a:spcPts val="360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367028" y="9369933"/>
            <a:ext cx="4005072" cy="547688"/>
            <a:chOff x="0" y="0"/>
            <a:chExt cx="5340096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40096" cy="730250"/>
            </a:xfrm>
            <a:custGeom>
              <a:avLst/>
              <a:gdLst/>
              <a:ahLst/>
              <a:cxnLst/>
              <a:rect r="r" b="b" t="t" l="l"/>
              <a:pathLst>
                <a:path h="730250" w="5340096">
                  <a:moveTo>
                    <a:pt x="0" y="0"/>
                  </a:moveTo>
                  <a:lnTo>
                    <a:pt x="5340096" y="0"/>
                  </a:lnTo>
                  <a:lnTo>
                    <a:pt x="534009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488" r="0" b="-9248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340096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23194" y="397040"/>
            <a:ext cx="4164806" cy="9889960"/>
          </a:xfrm>
          <a:custGeom>
            <a:avLst/>
            <a:gdLst/>
            <a:ahLst/>
            <a:cxnLst/>
            <a:rect r="r" b="b" t="t" l="l"/>
            <a:pathLst>
              <a:path h="9889960" w="4164806">
                <a:moveTo>
                  <a:pt x="0" y="0"/>
                </a:moveTo>
                <a:lnTo>
                  <a:pt x="4164806" y="0"/>
                </a:lnTo>
                <a:lnTo>
                  <a:pt x="4164806" y="9889960"/>
                </a:lnTo>
                <a:lnTo>
                  <a:pt x="0" y="9889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198" t="0" r="-36398" b="-40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7028" y="-304038"/>
            <a:ext cx="12446070" cy="1989773"/>
            <a:chOff x="0" y="0"/>
            <a:chExt cx="16594760" cy="26530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594761" cy="2653028"/>
            </a:xfrm>
            <a:custGeom>
              <a:avLst/>
              <a:gdLst/>
              <a:ahLst/>
              <a:cxnLst/>
              <a:rect r="r" b="b" t="t" l="l"/>
              <a:pathLst>
                <a:path h="2653028" w="16594761">
                  <a:moveTo>
                    <a:pt x="0" y="0"/>
                  </a:moveTo>
                  <a:lnTo>
                    <a:pt x="16594761" y="0"/>
                  </a:lnTo>
                  <a:lnTo>
                    <a:pt x="16594761" y="2653028"/>
                  </a:lnTo>
                  <a:lnTo>
                    <a:pt x="0" y="26530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1879" r="0" b="-7187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6594760" cy="26244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Arquitetura da Solução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17786" y="2450459"/>
            <a:ext cx="13553008" cy="2672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45895" indent="-481965" lvl="2">
              <a:lnSpc>
                <a:spcPts val="3600"/>
              </a:lnSpc>
              <a:buFont typeface="Arial"/>
              <a:buChar char="⚬"/>
            </a:pPr>
            <a:r>
              <a:rPr lang="en-US" b="true" sz="4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Descrição Visual do Cenário:</a:t>
            </a:r>
          </a:p>
          <a:p>
            <a:pPr algn="l" marL="1032782" indent="-344261" lvl="2">
              <a:lnSpc>
                <a:spcPts val="3240"/>
              </a:lnSpc>
            </a:pPr>
          </a:p>
          <a:p>
            <a:pPr algn="l" marL="1228725" indent="-409575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Máquina 1 (Servidor Web):</a:t>
            </a:r>
          </a:p>
          <a:p>
            <a:pPr algn="l" marL="1914525" indent="-478631" lvl="3">
              <a:lnSpc>
                <a:spcPts val="3600"/>
              </a:lnSpc>
              <a:buFont typeface="Arial"/>
              <a:buChar char="￭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IP: 192.168.100.10</a:t>
            </a:r>
          </a:p>
          <a:p>
            <a:pPr algn="l" marL="1914525" indent="-478631" lvl="3">
              <a:lnSpc>
                <a:spcPts val="3600"/>
              </a:lnSpc>
              <a:buFont typeface="Arial"/>
              <a:buChar char="￭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Serviços: Apache2 + PHP</a:t>
            </a:r>
          </a:p>
          <a:p>
            <a:pPr algn="l" marL="1914525" indent="-478631" lvl="3">
              <a:lnSpc>
                <a:spcPts val="3600"/>
              </a:lnSpc>
              <a:buFont typeface="Arial"/>
              <a:buChar char="￭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Hospeda:	 livraria.com.br																	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67028" y="9369933"/>
            <a:ext cx="4005072" cy="547688"/>
            <a:chOff x="0" y="0"/>
            <a:chExt cx="5340096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40096" cy="730250"/>
            </a:xfrm>
            <a:custGeom>
              <a:avLst/>
              <a:gdLst/>
              <a:ahLst/>
              <a:cxnLst/>
              <a:rect r="r" b="b" t="t" l="l"/>
              <a:pathLst>
                <a:path h="730250" w="5340096">
                  <a:moveTo>
                    <a:pt x="0" y="0"/>
                  </a:moveTo>
                  <a:lnTo>
                    <a:pt x="5340096" y="0"/>
                  </a:lnTo>
                  <a:lnTo>
                    <a:pt x="534009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488" r="0" b="-9248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340096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81840" y="6180477"/>
            <a:ext cx="8580520" cy="321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Máquina 2 (Servidor Banco de Dados):</a:t>
            </a:r>
          </a:p>
          <a:p>
            <a:pPr algn="l" marL="1228725" indent="-409575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IP: 192.168.100.20</a:t>
            </a:r>
          </a:p>
          <a:p>
            <a:pPr algn="l" marL="1228725" indent="-409575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Serviços: MySQL Server</a:t>
            </a:r>
          </a:p>
          <a:p>
            <a:pPr algn="l" marL="1228725" indent="-409575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Configuração: Permite conexão remota apenas do IP do Servidor Web.</a:t>
            </a:r>
          </a:p>
          <a:p>
            <a:pPr algn="r" marL="1228725" indent="-409575" lvl="2">
              <a:lnSpc>
                <a:spcPts val="3600"/>
              </a:lnSpc>
            </a:pPr>
          </a:p>
          <a:p>
            <a:pPr algn="l" marL="1228725" indent="-409575" lvl="2">
              <a:lnSpc>
                <a:spcPts val="36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480841" y="3256216"/>
            <a:ext cx="5733526" cy="1912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Máquina 3 (Cliente):</a:t>
            </a:r>
          </a:p>
          <a:p>
            <a:pPr algn="l" marL="1228725" indent="-409575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Navegador Web acessando os sites via DNS/Hosts.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23194" y="397040"/>
            <a:ext cx="4164806" cy="9889960"/>
          </a:xfrm>
          <a:custGeom>
            <a:avLst/>
            <a:gdLst/>
            <a:ahLst/>
            <a:cxnLst/>
            <a:rect r="r" b="b" t="t" l="l"/>
            <a:pathLst>
              <a:path h="9889960" w="4164806">
                <a:moveTo>
                  <a:pt x="0" y="0"/>
                </a:moveTo>
                <a:lnTo>
                  <a:pt x="4164806" y="0"/>
                </a:lnTo>
                <a:lnTo>
                  <a:pt x="4164806" y="9889960"/>
                </a:lnTo>
                <a:lnTo>
                  <a:pt x="0" y="9889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198" t="0" r="-36398" b="-40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9596" y="108776"/>
            <a:ext cx="12446070" cy="1989773"/>
            <a:chOff x="0" y="0"/>
            <a:chExt cx="16594760" cy="26530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594761" cy="2653028"/>
            </a:xfrm>
            <a:custGeom>
              <a:avLst/>
              <a:gdLst/>
              <a:ahLst/>
              <a:cxnLst/>
              <a:rect r="r" b="b" t="t" l="l"/>
              <a:pathLst>
                <a:path h="2653028" w="16594761">
                  <a:moveTo>
                    <a:pt x="0" y="0"/>
                  </a:moveTo>
                  <a:lnTo>
                    <a:pt x="16594761" y="0"/>
                  </a:lnTo>
                  <a:lnTo>
                    <a:pt x="16594761" y="2653028"/>
                  </a:lnTo>
                  <a:lnTo>
                    <a:pt x="0" y="26530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1879" r="0" b="-7187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6594760" cy="26244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Diagrama Entidade-Relacionamento (DER)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67028" y="9369933"/>
            <a:ext cx="4005072" cy="547688"/>
            <a:chOff x="0" y="0"/>
            <a:chExt cx="5340096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40096" cy="730250"/>
            </a:xfrm>
            <a:custGeom>
              <a:avLst/>
              <a:gdLst/>
              <a:ahLst/>
              <a:cxnLst/>
              <a:rect r="r" b="b" t="t" l="l"/>
              <a:pathLst>
                <a:path h="730250" w="5340096">
                  <a:moveTo>
                    <a:pt x="0" y="0"/>
                  </a:moveTo>
                  <a:lnTo>
                    <a:pt x="5340096" y="0"/>
                  </a:lnTo>
                  <a:lnTo>
                    <a:pt x="534009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488" r="0" b="-9248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340096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774528" y="2964561"/>
            <a:ext cx="10454554" cy="4873752"/>
            <a:chOff x="0" y="0"/>
            <a:chExt cx="13939406" cy="6498336"/>
          </a:xfrm>
        </p:grpSpPr>
        <p:sp>
          <p:nvSpPr>
            <p:cNvPr name="Freeform 10" id="10" descr="Diagrama  O conteúdo gerado por IA pode estar incorreto."/>
            <p:cNvSpPr/>
            <p:nvPr/>
          </p:nvSpPr>
          <p:spPr>
            <a:xfrm flipH="false" flipV="false" rot="0">
              <a:off x="0" y="0"/>
              <a:ext cx="13939393" cy="6498336"/>
            </a:xfrm>
            <a:custGeom>
              <a:avLst/>
              <a:gdLst/>
              <a:ahLst/>
              <a:cxnLst/>
              <a:rect r="r" b="b" t="t" l="l"/>
              <a:pathLst>
                <a:path h="6498336" w="13939393">
                  <a:moveTo>
                    <a:pt x="0" y="0"/>
                  </a:moveTo>
                  <a:lnTo>
                    <a:pt x="13939393" y="0"/>
                  </a:lnTo>
                  <a:lnTo>
                    <a:pt x="13939393" y="6498336"/>
                  </a:lnTo>
                  <a:lnTo>
                    <a:pt x="0" y="6498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3658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DD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17154" y="0"/>
            <a:ext cx="11570846" cy="10287000"/>
          </a:xfrm>
          <a:custGeom>
            <a:avLst/>
            <a:gdLst/>
            <a:ahLst/>
            <a:cxnLst/>
            <a:rect r="r" b="b" t="t" l="l"/>
            <a:pathLst>
              <a:path h="10287000" w="11570846">
                <a:moveTo>
                  <a:pt x="0" y="0"/>
                </a:moveTo>
                <a:lnTo>
                  <a:pt x="11570846" y="0"/>
                </a:lnTo>
                <a:lnTo>
                  <a:pt x="115708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733" t="5890" r="-33149" b="-1250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7028" y="2688336"/>
            <a:ext cx="6862572" cy="2996584"/>
            <a:chOff x="0" y="0"/>
            <a:chExt cx="9150096" cy="39954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50096" cy="3995448"/>
            </a:xfrm>
            <a:custGeom>
              <a:avLst/>
              <a:gdLst/>
              <a:ahLst/>
              <a:cxnLst/>
              <a:rect r="r" b="b" t="t" l="l"/>
              <a:pathLst>
                <a:path h="3995448" w="9150096">
                  <a:moveTo>
                    <a:pt x="0" y="0"/>
                  </a:moveTo>
                  <a:lnTo>
                    <a:pt x="9150096" y="0"/>
                  </a:lnTo>
                  <a:lnTo>
                    <a:pt x="9150096" y="3995448"/>
                  </a:lnTo>
                  <a:lnTo>
                    <a:pt x="0" y="3995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024" t="0" r="-6024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9150096" cy="392877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b="true" sz="9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Obrigado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DAHAgEGJeE4</dc:identifier>
  <dcterms:modified xsi:type="dcterms:W3CDTF">2011-08-01T06:04:30Z</dcterms:modified>
  <cp:revision>1</cp:revision>
  <dc:title>projeto_sites_linux</dc:title>
</cp:coreProperties>
</file>