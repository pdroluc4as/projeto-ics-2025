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335" r:id="rId5"/>
    <p:sldId id="336" r:id="rId6"/>
    <p:sldId id="339" r:id="rId7"/>
    <p:sldId id="348" r:id="rId8"/>
    <p:sldId id="349" r:id="rId9"/>
    <p:sldId id="347" r:id="rId10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or" initials="A" lastIdx="0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C3FFEC-B553-467F-AC06-596D7C32FDAB}" v="11" dt="2026-01-23T22:25:02.663"/>
  </p1510:revLst>
</p1510:revInfo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394" autoAdjust="0"/>
  </p:normalViewPr>
  <p:slideViewPr>
    <p:cSldViewPr snapToGrid="0">
      <p:cViewPr varScale="1">
        <p:scale>
          <a:sx n="105" d="100"/>
          <a:sy n="105" d="100"/>
        </p:scale>
        <p:origin x="774" y="294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942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commentAuthors" Target="commentAuthors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dro davi" userId="72f5406479bb11a3" providerId="LiveId" clId="{3B3D44C8-FF0F-4B71-971F-188D3DB6909C}"/>
    <pc:docChg chg="custSel delSld modSld">
      <pc:chgData name="pedro davi" userId="72f5406479bb11a3" providerId="LiveId" clId="{3B3D44C8-FF0F-4B71-971F-188D3DB6909C}" dt="2026-01-24T00:51:06.488" v="43" actId="255"/>
      <pc:docMkLst>
        <pc:docMk/>
      </pc:docMkLst>
      <pc:sldChg chg="del">
        <pc:chgData name="pedro davi" userId="72f5406479bb11a3" providerId="LiveId" clId="{3B3D44C8-FF0F-4B71-971F-188D3DB6909C}" dt="2026-01-24T00:50:20.003" v="30" actId="47"/>
        <pc:sldMkLst>
          <pc:docMk/>
          <pc:sldMk cId="4043390973" sldId="340"/>
        </pc:sldMkLst>
      </pc:sldChg>
      <pc:sldChg chg="del">
        <pc:chgData name="pedro davi" userId="72f5406479bb11a3" providerId="LiveId" clId="{3B3D44C8-FF0F-4B71-971F-188D3DB6909C}" dt="2026-01-24T00:50:19.193" v="29" actId="47"/>
        <pc:sldMkLst>
          <pc:docMk/>
          <pc:sldMk cId="1041471105" sldId="341"/>
        </pc:sldMkLst>
      </pc:sldChg>
      <pc:sldChg chg="del">
        <pc:chgData name="pedro davi" userId="72f5406479bb11a3" providerId="LiveId" clId="{3B3D44C8-FF0F-4B71-971F-188D3DB6909C}" dt="2026-01-24T00:50:18.423" v="28" actId="47"/>
        <pc:sldMkLst>
          <pc:docMk/>
          <pc:sldMk cId="812209034" sldId="342"/>
        </pc:sldMkLst>
      </pc:sldChg>
      <pc:sldChg chg="del">
        <pc:chgData name="pedro davi" userId="72f5406479bb11a3" providerId="LiveId" clId="{3B3D44C8-FF0F-4B71-971F-188D3DB6909C}" dt="2026-01-24T00:50:17.623" v="27" actId="47"/>
        <pc:sldMkLst>
          <pc:docMk/>
          <pc:sldMk cId="3813948168" sldId="343"/>
        </pc:sldMkLst>
      </pc:sldChg>
      <pc:sldChg chg="del">
        <pc:chgData name="pedro davi" userId="72f5406479bb11a3" providerId="LiveId" clId="{3B3D44C8-FF0F-4B71-971F-188D3DB6909C}" dt="2026-01-24T00:50:16.616" v="26" actId="47"/>
        <pc:sldMkLst>
          <pc:docMk/>
          <pc:sldMk cId="3119264358" sldId="344"/>
        </pc:sldMkLst>
      </pc:sldChg>
      <pc:sldChg chg="del">
        <pc:chgData name="pedro davi" userId="72f5406479bb11a3" providerId="LiveId" clId="{3B3D44C8-FF0F-4B71-971F-188D3DB6909C}" dt="2026-01-24T00:50:15.903" v="25" actId="47"/>
        <pc:sldMkLst>
          <pc:docMk/>
          <pc:sldMk cId="1684465119" sldId="345"/>
        </pc:sldMkLst>
      </pc:sldChg>
      <pc:sldChg chg="del">
        <pc:chgData name="pedro davi" userId="72f5406479bb11a3" providerId="LiveId" clId="{3B3D44C8-FF0F-4B71-971F-188D3DB6909C}" dt="2026-01-24T00:50:15.039" v="24" actId="47"/>
        <pc:sldMkLst>
          <pc:docMk/>
          <pc:sldMk cId="2981044871" sldId="346"/>
        </pc:sldMkLst>
      </pc:sldChg>
      <pc:sldChg chg="modSp mod">
        <pc:chgData name="pedro davi" userId="72f5406479bb11a3" providerId="LiveId" clId="{3B3D44C8-FF0F-4B71-971F-188D3DB6909C}" dt="2026-01-24T00:51:06.488" v="43" actId="255"/>
        <pc:sldMkLst>
          <pc:docMk/>
          <pc:sldMk cId="3493061142" sldId="347"/>
        </pc:sldMkLst>
        <pc:spChg chg="mod">
          <ac:chgData name="pedro davi" userId="72f5406479bb11a3" providerId="LiveId" clId="{3B3D44C8-FF0F-4B71-971F-188D3DB6909C}" dt="2026-01-24T00:51:06.488" v="43" actId="255"/>
          <ac:spMkLst>
            <pc:docMk/>
            <pc:sldMk cId="3493061142" sldId="347"/>
            <ac:spMk id="2" creationId="{EF7E8D25-D403-2E2B-50DA-B21A0500AB0E}"/>
          </ac:spMkLst>
        </pc:spChg>
        <pc:spChg chg="mod">
          <ac:chgData name="pedro davi" userId="72f5406479bb11a3" providerId="LiveId" clId="{3B3D44C8-FF0F-4B71-971F-188D3DB6909C}" dt="2026-01-24T00:50:52.930" v="40" actId="1076"/>
          <ac:spMkLst>
            <pc:docMk/>
            <pc:sldMk cId="3493061142" sldId="347"/>
            <ac:spMk id="3" creationId="{1EC6DB3D-3AE2-9478-3245-FE2F98B96EC7}"/>
          </ac:spMkLst>
        </pc:spChg>
      </pc:sldChg>
      <pc:sldChg chg="addSp modSp mod">
        <pc:chgData name="pedro davi" userId="72f5406479bb11a3" providerId="LiveId" clId="{3B3D44C8-FF0F-4B71-971F-188D3DB6909C}" dt="2026-01-23T22:25:46.880" v="23" actId="1076"/>
        <pc:sldMkLst>
          <pc:docMk/>
          <pc:sldMk cId="1598829008" sldId="349"/>
        </pc:sldMkLst>
        <pc:spChg chg="mod">
          <ac:chgData name="pedro davi" userId="72f5406479bb11a3" providerId="LiveId" clId="{3B3D44C8-FF0F-4B71-971F-188D3DB6909C}" dt="2026-01-23T22:23:55.862" v="0"/>
          <ac:spMkLst>
            <pc:docMk/>
            <pc:sldMk cId="1598829008" sldId="349"/>
            <ac:spMk id="2" creationId="{B410E873-0DD4-2C08-B4B1-9F66EFCFB09F}"/>
          </ac:spMkLst>
        </pc:spChg>
        <pc:spChg chg="mod">
          <ac:chgData name="pedro davi" userId="72f5406479bb11a3" providerId="LiveId" clId="{3B3D44C8-FF0F-4B71-971F-188D3DB6909C}" dt="2026-01-23T22:25:35.835" v="21" actId="1076"/>
          <ac:spMkLst>
            <pc:docMk/>
            <pc:sldMk cId="1598829008" sldId="349"/>
            <ac:spMk id="4" creationId="{A8339E2C-F1B8-D1AC-4E35-99685F2C1F95}"/>
          </ac:spMkLst>
        </pc:spChg>
        <pc:spChg chg="add mod">
          <ac:chgData name="pedro davi" userId="72f5406479bb11a3" providerId="LiveId" clId="{3B3D44C8-FF0F-4B71-971F-188D3DB6909C}" dt="2026-01-23T22:24:09.795" v="3" actId="14100"/>
          <ac:spMkLst>
            <pc:docMk/>
            <pc:sldMk cId="1598829008" sldId="349"/>
            <ac:spMk id="5" creationId="{8FB72F57-4AAF-0D15-6D7E-BE94EA9F2689}"/>
          </ac:spMkLst>
        </pc:spChg>
        <pc:spChg chg="add mod">
          <ac:chgData name="pedro davi" userId="72f5406479bb11a3" providerId="LiveId" clId="{3B3D44C8-FF0F-4B71-971F-188D3DB6909C}" dt="2026-01-23T22:24:59.112" v="10"/>
          <ac:spMkLst>
            <pc:docMk/>
            <pc:sldMk cId="1598829008" sldId="349"/>
            <ac:spMk id="6" creationId="{5A538DC7-5F3E-1D2C-AB12-BBDFC534DE74}"/>
          </ac:spMkLst>
        </pc:spChg>
        <pc:spChg chg="add mod">
          <ac:chgData name="pedro davi" userId="72f5406479bb11a3" providerId="LiveId" clId="{3B3D44C8-FF0F-4B71-971F-188D3DB6909C}" dt="2026-01-23T22:25:02.661" v="13" actId="1076"/>
          <ac:spMkLst>
            <pc:docMk/>
            <pc:sldMk cId="1598829008" sldId="349"/>
            <ac:spMk id="7" creationId="{B6E0CF06-49A0-FCB6-1077-B360D89B7FE8}"/>
          </ac:spMkLst>
        </pc:spChg>
        <pc:picChg chg="add mod modCrop">
          <ac:chgData name="pedro davi" userId="72f5406479bb11a3" providerId="LiveId" clId="{3B3D44C8-FF0F-4B71-971F-188D3DB6909C}" dt="2026-01-23T22:25:46.880" v="23" actId="1076"/>
          <ac:picMkLst>
            <pc:docMk/>
            <pc:sldMk cId="1598829008" sldId="349"/>
            <ac:picMk id="9" creationId="{CFCF97C5-3ED9-8E78-C900-CBC787A0BE9E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pt-BR" sz="1200"/>
            </a:lvl1pPr>
          </a:lstStyle>
          <a:p>
            <a:pPr rtl="0"/>
            <a:endParaRPr lang="pt-BR" dirty="0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pt-BR" sz="1200"/>
            </a:lvl1pPr>
          </a:lstStyle>
          <a:p>
            <a:pPr rtl="0"/>
            <a:fld id="{5608A2FC-94EB-4E78-A22A-4C048CB24776}" type="datetime1">
              <a:rPr lang="pt-BR" smtClean="0"/>
              <a:t>23/01/2026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pt-BR" sz="1200"/>
            </a:lvl1pPr>
          </a:lstStyle>
          <a:p>
            <a:pPr rtl="0"/>
            <a:endParaRPr lang="pt-BR" dirty="0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pt-BR" sz="1200"/>
            </a:lvl1pPr>
          </a:lstStyle>
          <a:p>
            <a:pPr rtl="0"/>
            <a:fld id="{9E9D563E-BCB2-465B-8A3C-AC86CE64F69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pt-BR" sz="1200"/>
            </a:lvl1pPr>
          </a:lstStyle>
          <a:p>
            <a:pPr rtl="0"/>
            <a:endParaRPr lang="pt-BR" noProof="0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pt-BR" sz="1200"/>
            </a:lvl1pPr>
          </a:lstStyle>
          <a:p>
            <a:fld id="{AD503E83-D289-449C-983E-79AA9113407F}" type="datetime1">
              <a:rPr lang="pt-BR" smtClean="0"/>
              <a:pPr/>
              <a:t>23/01/2026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pt-BR"/>
            </a:defPPr>
          </a:lstStyle>
          <a:p>
            <a:pPr rtl="0"/>
            <a:endParaRPr lang="pt-BR" noProof="0" dirty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pt-BR"/>
            </a:def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pt-BR" sz="1200"/>
            </a:lvl1pPr>
          </a:lstStyle>
          <a:p>
            <a:pPr rtl="0"/>
            <a:endParaRPr lang="pt-BR" noProof="0" dirty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pt-BR" sz="1200"/>
            </a:lvl1pPr>
          </a:lstStyle>
          <a:p>
            <a:pPr rtl="0"/>
            <a:fld id="{8B990660-4B7D-4C11-96DB-B19FFA8CA93C}" type="slidenum">
              <a:rPr lang="pt-BR" noProof="0" smtClean="0"/>
              <a:t>‹nº›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8B990660-4B7D-4C11-96DB-B19FFA8CA93C}" type="slidenum">
              <a:rPr lang="pt-BR" noProof="0" smtClean="0"/>
              <a:t>1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458978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8B990660-4B7D-4C11-96DB-B19FFA8CA93C}" type="slidenum">
              <a:rPr lang="pt-BR" noProof="0" smtClean="0"/>
              <a:t>2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719333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8B990660-4B7D-4C11-96DB-B19FFA8CA93C}" type="slidenum">
              <a:rPr lang="pt-BR" noProof="0" smtClean="0"/>
              <a:t>3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0061477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17323-BE4D-26F0-33F1-BFDF243A7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>
            <a:extLst>
              <a:ext uri="{FF2B5EF4-FFF2-40B4-BE49-F238E27FC236}">
                <a16:creationId xmlns:a16="http://schemas.microsoft.com/office/drawing/2014/main" id="{729B0BD7-F87F-6B91-B983-A9E62DCF4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>
            <a:extLst>
              <a:ext uri="{FF2B5EF4-FFF2-40B4-BE49-F238E27FC236}">
                <a16:creationId xmlns:a16="http://schemas.microsoft.com/office/drawing/2014/main" id="{1FFC8FBC-EB84-CA80-58CF-8DC4857FE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8D7FD002-368E-910C-C8FA-E66491275B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8B990660-4B7D-4C11-96DB-B19FFA8CA93C}" type="slidenum">
              <a:rPr lang="pt-BR" noProof="0" smtClean="0"/>
              <a:t>4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7542059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CBD0A-2C39-9513-472B-DE116EEF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>
            <a:extLst>
              <a:ext uri="{FF2B5EF4-FFF2-40B4-BE49-F238E27FC236}">
                <a16:creationId xmlns:a16="http://schemas.microsoft.com/office/drawing/2014/main" id="{6DCFAD76-C023-A36D-B413-3E67FFA898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>
            <a:extLst>
              <a:ext uri="{FF2B5EF4-FFF2-40B4-BE49-F238E27FC236}">
                <a16:creationId xmlns:a16="http://schemas.microsoft.com/office/drawing/2014/main" id="{9A2B160A-411E-384C-5CB8-FFE78FCDDC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3C5321A1-7C5D-6174-26CD-3EF5E3B8B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8B990660-4B7D-4C11-96DB-B19FFA8CA93C}" type="slidenum">
              <a:rPr lang="pt-BR" noProof="0" smtClean="0"/>
              <a:t>5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8176723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8B990660-4B7D-4C11-96DB-B19FFA8CA93C}" type="slidenum">
              <a:rPr lang="pt-BR" noProof="0" smtClean="0"/>
              <a:t>6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3845341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71616" y="960120"/>
            <a:ext cx="5221224" cy="3056343"/>
          </a:xfrm>
        </p:spPr>
        <p:txBody>
          <a:bodyPr rtlCol="0" anchor="b">
            <a:normAutofit/>
          </a:bodyPr>
          <a:lstStyle>
            <a:lvl1pPr algn="l">
              <a:defRPr lang="pt-BR" sz="4000" b="1" baseline="0"/>
            </a:lvl1pPr>
          </a:lstStyle>
          <a:p>
            <a:pPr rtl="0"/>
            <a:r>
              <a:rPr lang="pt-BR"/>
              <a:t>CLIQUE PARA adicionar o TÍTULO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7"/>
          <a:stretch/>
        </p:blipFill>
        <p:spPr>
          <a:xfrm>
            <a:off x="0" y="0"/>
            <a:ext cx="61530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8297380" cy="1326514"/>
          </a:xfrm>
        </p:spPr>
        <p:txBody>
          <a:bodyPr rtlCol="0" anchor="b">
            <a:normAutofit/>
          </a:bodyPr>
          <a:lstStyle>
            <a:lvl1pPr>
              <a:defRPr lang="pt-BR" sz="2800" baseline="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/>
          </a:bodyPr>
          <a:lstStyle>
            <a:lvl1pPr marL="228600" indent="-22860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pt-BR"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lang="pt-BR"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lang="pt-BR"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lang="pt-BR"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lang="pt-BR" sz="2000"/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 </a:t>
            </a:r>
          </a:p>
          <a:p>
            <a:pPr lvl="3" rtl="0"/>
            <a:r>
              <a:rPr lang="pt-BR"/>
              <a:t>Quarto nível </a:t>
            </a:r>
          </a:p>
          <a:p>
            <a:pPr lvl="4" rtl="0"/>
            <a:r>
              <a:rPr lang="pt-BR"/>
              <a:t>Quinto nível </a:t>
            </a:r>
          </a:p>
          <a:p>
            <a:pPr lvl="0" rtl="0"/>
            <a:endParaRPr lang="pt-BR" dirty="0"/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pt-BR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pt-BR" smtClean="0"/>
              <a:pPr rtl="0"/>
              <a:t>‹nº›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pt-BR"/>
            </a:lvl1pPr>
          </a:lstStyle>
          <a:p>
            <a:pPr rtl="0"/>
            <a:r>
              <a:rPr lang="pt-BR"/>
              <a:t>Título da apresentação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" r="26226" b="3861"/>
          <a:stretch/>
        </p:blipFill>
        <p:spPr>
          <a:xfrm>
            <a:off x="9415463" y="264696"/>
            <a:ext cx="2776538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da seção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2208" y="420624"/>
            <a:ext cx="5864352" cy="3621024"/>
          </a:xfrm>
        </p:spPr>
        <p:txBody>
          <a:bodyPr rtlCol="0" anchor="b">
            <a:normAutofit/>
          </a:bodyPr>
          <a:lstStyle>
            <a:lvl1pPr>
              <a:defRPr lang="pt-BR" sz="4000" baseline="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10" name="Espaço Reservado para Imagem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5969" y="-9144"/>
            <a:ext cx="4581525" cy="6602413"/>
          </a:xfrm>
        </p:spPr>
        <p:txBody>
          <a:bodyPr rtlCol="0">
            <a:normAutofit/>
          </a:bodyPr>
          <a:lstStyle>
            <a:lvl1pPr marL="0" indent="0" algn="ctr">
              <a:buNone/>
              <a:defRPr lang="pt-BR" sz="2000"/>
            </a:lvl1pPr>
          </a:lstStyle>
          <a:p>
            <a:pPr rtl="0"/>
            <a:r>
              <a:rPr lang="pt-BR"/>
              <a:t>Clique no ícone para adicionar uma imagem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7620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ção Título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76784"/>
            <a:ext cx="5864352" cy="3621024"/>
          </a:xfrm>
        </p:spPr>
        <p:txBody>
          <a:bodyPr rtlCol="0" anchor="b">
            <a:normAutofit/>
          </a:bodyPr>
          <a:lstStyle>
            <a:lvl1pPr>
              <a:defRPr lang="pt-BR" sz="4000" baseline="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10" name="Espaço Reservado para Imagem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240" y="-15240"/>
            <a:ext cx="4581525" cy="6602413"/>
          </a:xfrm>
        </p:spPr>
        <p:txBody>
          <a:bodyPr rtlCol="0">
            <a:normAutofit/>
          </a:bodyPr>
          <a:lstStyle>
            <a:lvl1pPr marL="0" indent="0" algn="ctr">
              <a:buNone/>
              <a:defRPr lang="pt-BR" sz="2000"/>
            </a:lvl1pPr>
          </a:lstStyle>
          <a:p>
            <a:pPr rtl="0"/>
            <a:r>
              <a:rPr lang="pt-BR"/>
              <a:t>Clique no ícone para adicionar uma imagem</a:t>
            </a:r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4084320"/>
            <a:ext cx="5864225" cy="2362835"/>
          </a:xfrm>
        </p:spPr>
        <p:txBody>
          <a:bodyPr rtlCol="0">
            <a:normAutofit/>
          </a:bodyPr>
          <a:lstStyle>
            <a:lvl1pPr marL="0" indent="0">
              <a:buNone/>
              <a:defRPr lang="pt-BR" sz="2800"/>
            </a:lvl1pPr>
            <a:lvl2pPr marL="457200" indent="0">
              <a:buNone/>
              <a:defRPr lang="pt-BR" sz="2400"/>
            </a:lvl2pPr>
            <a:lvl3pPr marL="914400" indent="0">
              <a:buNone/>
              <a:defRPr lang="pt-BR" sz="2000"/>
            </a:lvl3pPr>
            <a:lvl4pPr marL="1371600" indent="0">
              <a:buNone/>
              <a:defRPr lang="pt-BR" sz="1800"/>
            </a:lvl4pPr>
            <a:lvl5pPr marL="1828800" indent="0">
              <a:buNone/>
              <a:defRPr lang="pt-BR" sz="1800"/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6583680"/>
            <a:ext cx="7620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da seção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441960"/>
            <a:ext cx="5641897" cy="3316893"/>
          </a:xfrm>
        </p:spPr>
        <p:txBody>
          <a:bodyPr rtlCol="0" anchor="b">
            <a:normAutofit/>
          </a:bodyPr>
          <a:lstStyle>
            <a:lvl1pPr>
              <a:defRPr lang="pt-BR" sz="4000"/>
            </a:lvl1pPr>
          </a:lstStyle>
          <a:p>
            <a:pPr rtl="0"/>
            <a:r>
              <a:rPr lang="pt-BR"/>
              <a:t>CLIQUE PARA adicionar o TÍTULO</a:t>
            </a:r>
          </a:p>
        </p:txBody>
      </p:sp>
      <p:sp>
        <p:nvSpPr>
          <p:cNvPr id="675" name="Espaço Reservado para Texto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9694" y="4068392"/>
            <a:ext cx="5580586" cy="2197590"/>
          </a:xfrm>
        </p:spPr>
        <p:txBody>
          <a:bodyPr rtlCol="0">
            <a:normAutofit/>
          </a:bodyPr>
          <a:lstStyle>
            <a:lvl1pPr marL="0" indent="0">
              <a:lnSpc>
                <a:spcPts val="2400"/>
              </a:lnSpc>
              <a:buNone/>
              <a:defRPr lang="pt-BR" sz="2800"/>
            </a:lvl1pPr>
            <a:lvl2pPr marL="457200" indent="0">
              <a:lnSpc>
                <a:spcPts val="2400"/>
              </a:lnSpc>
              <a:buNone/>
              <a:defRPr lang="pt-BR" sz="2000"/>
            </a:lvl2pPr>
            <a:lvl3pPr marL="914400" indent="0">
              <a:lnSpc>
                <a:spcPts val="2400"/>
              </a:lnSpc>
              <a:buNone/>
              <a:defRPr lang="pt-BR" sz="2000"/>
            </a:lvl3pPr>
            <a:lvl4pPr marL="1371600" indent="0">
              <a:lnSpc>
                <a:spcPts val="2400"/>
              </a:lnSpc>
              <a:buNone/>
              <a:defRPr lang="pt-BR" sz="2000"/>
            </a:lvl4pPr>
            <a:lvl5pPr marL="1828800" indent="0">
              <a:lnSpc>
                <a:spcPts val="2400"/>
              </a:lnSpc>
              <a:buNone/>
              <a:defRPr lang="pt-BR" sz="2000"/>
            </a:lvl5pPr>
          </a:lstStyle>
          <a:p>
            <a:pPr lvl="0" rtl="0"/>
            <a:r>
              <a:rPr lang="pt-BR"/>
              <a:t>Clique para adicionar o texto</a:t>
            </a:r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6"/>
          <a:stretch/>
        </p:blipFill>
        <p:spPr>
          <a:xfrm>
            <a:off x="0" y="0"/>
            <a:ext cx="4661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 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rtlCol="0" anchor="b">
            <a:normAutofit/>
          </a:bodyPr>
          <a:lstStyle>
            <a:lvl1pPr>
              <a:defRPr lang="pt-BR" sz="2800" baseline="0"/>
            </a:lvl1pPr>
          </a:lstStyle>
          <a:p>
            <a:pPr rtl="0"/>
            <a:r>
              <a:rPr lang="pt-BR"/>
              <a:t>CLIQUE PARA adicionar o TÍTULO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4887594" cy="36877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pt-BR"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pt-BR"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pt-BR" sz="2000"/>
            </a:lvl3pPr>
            <a:lvl4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pt-BR" sz="2000"/>
            </a:lvl4pPr>
            <a:lvl5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pt-BR" sz="2000"/>
            </a:lvl5pPr>
            <a:lvl6pPr marL="1600200">
              <a:defRPr lang="pt-BR"/>
            </a:lvl6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4" rtl="0"/>
            <a:r>
              <a:rPr lang="pt-BR"/>
              <a:t>Quarto nível</a:t>
            </a:r>
          </a:p>
          <a:p>
            <a:pPr lvl="5" rtl="0"/>
            <a:r>
              <a:rPr lang="pt-BR"/>
              <a:t>Quinto nível</a:t>
            </a:r>
          </a:p>
        </p:txBody>
      </p:sp>
      <p:sp>
        <p:nvSpPr>
          <p:cNvPr id="11" name="Espaço Reservado para Conteúdo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10644" y="2073275"/>
            <a:ext cx="4887594" cy="36877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pt-BR"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pt-BR"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pt-BR"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pt-BR"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pt-BR" sz="200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pt-BR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pt-BR" smtClean="0"/>
              <a:pPr rtl="0"/>
              <a:t>‹nº›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pt-BR"/>
            </a:lvl1pPr>
          </a:lstStyle>
          <a:p>
            <a:pPr rtl="0"/>
            <a:r>
              <a:rPr lang="pt-BR"/>
              <a:t>Título da apresentação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 Dois Conteúdo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rtlCol="0" anchor="b">
            <a:normAutofit/>
          </a:bodyPr>
          <a:lstStyle>
            <a:lvl1pPr>
              <a:defRPr lang="pt-BR" sz="2800" baseline="0"/>
            </a:lvl1pPr>
          </a:lstStyle>
          <a:p>
            <a:pPr rtl="0"/>
            <a:r>
              <a:rPr lang="pt-BR"/>
              <a:t>CLIQUE PARA adicionar o TÍTULO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3144837" cy="3687763"/>
          </a:xfrm>
        </p:spPr>
        <p:txBody>
          <a:bodyPr rtlCol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lang="pt-BR" sz="2000"/>
            </a:lvl1pPr>
            <a:lvl2pPr marL="6858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lang="pt-BR" sz="2000"/>
            </a:lvl2pPr>
            <a:lvl3pPr marL="11430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lang="pt-BR" sz="2000"/>
            </a:lvl3pPr>
            <a:lvl4pPr marL="16002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lang="pt-BR" sz="2000"/>
            </a:lvl4pPr>
            <a:lvl5pPr marL="20574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lang="pt-BR" sz="200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1" name="Espaço Reservado para Conteúdo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56760" y="2073275"/>
            <a:ext cx="6192838" cy="36877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pt-BR"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pt-BR"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pt-BR"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pt-BR"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pt-BR" sz="200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pt-BR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pt-BR" smtClean="0"/>
              <a:pPr rtl="0"/>
              <a:t>‹nº›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pt-BR"/>
            </a:lvl1pPr>
          </a:lstStyle>
          <a:p>
            <a:pPr rtl="0"/>
            <a:r>
              <a:rPr lang="pt-BR"/>
              <a:t>Título da apresentação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e Imagem do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3"/>
            <a:ext cx="2182090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3" r="19367" b="20417"/>
          <a:stretch/>
        </p:blipFill>
        <p:spPr>
          <a:xfrm>
            <a:off x="4977245" y="0"/>
            <a:ext cx="7214755" cy="143907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rtlCol="0" anchor="b">
            <a:normAutofit/>
          </a:bodyPr>
          <a:lstStyle>
            <a:lvl1pPr>
              <a:defRPr lang="pt-BR" sz="2800" baseline="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87880"/>
            <a:ext cx="10210800" cy="195469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pt-BR"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pt-BR"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pt-BR"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pt-BR"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pt-BR" sz="1400"/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</p:txBody>
      </p:sp>
      <p:sp>
        <p:nvSpPr>
          <p:cNvPr id="5" name="Espaço Reservado para o Número do Slide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 rtlCol="0"/>
          <a:lstStyle>
            <a:lvl1pPr>
              <a:defRPr lang="pt-BR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pt-BR" smtClean="0"/>
              <a:pPr rtl="0"/>
              <a:t>‹nº›</a:t>
            </a:fld>
            <a:endParaRPr lang="pt-BR" dirty="0"/>
          </a:p>
        </p:txBody>
      </p:sp>
      <p:sp>
        <p:nvSpPr>
          <p:cNvPr id="10" name="Espaço Reservado para Imagem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79320" y="4094802"/>
            <a:ext cx="10027919" cy="2468880"/>
          </a:xfrm>
        </p:spPr>
        <p:txBody>
          <a:bodyPr rtlCol="0">
            <a:normAutofit/>
          </a:bodyPr>
          <a:lstStyle>
            <a:lvl1pPr marL="0" indent="0" algn="ctr">
              <a:buNone/>
              <a:defRPr lang="pt-BR" sz="2000"/>
            </a:lvl1pPr>
          </a:lstStyle>
          <a:p>
            <a:pPr rtl="0"/>
            <a:r>
              <a:rPr lang="pt-BR"/>
              <a:t>Clique no ícone para adicionar uma imagem</a:t>
            </a:r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rtlCol="0" anchor="b">
            <a:normAutofit/>
          </a:bodyPr>
          <a:lstStyle>
            <a:lvl1pPr>
              <a:defRPr lang="pt-BR" sz="2800" baseline="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26920"/>
            <a:ext cx="3017520" cy="390175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pt-BR"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pt-BR"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pt-BR"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pt-BR"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pt-BR" sz="1400"/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</p:txBody>
      </p:sp>
      <p:sp>
        <p:nvSpPr>
          <p:cNvPr id="11" name="Espaço Reservado para Conteúdo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25963" y="2026603"/>
            <a:ext cx="6766877" cy="3902075"/>
          </a:xfrm>
        </p:spPr>
        <p:txBody>
          <a:bodyPr rtlCol="0"/>
          <a:lstStyle>
            <a:lvl1pPr>
              <a:spcBef>
                <a:spcPts val="0"/>
              </a:spcBef>
              <a:spcAft>
                <a:spcPts val="1200"/>
              </a:spcAft>
              <a:defRPr lang="pt-BR"/>
            </a:lvl1pPr>
            <a:lvl2pPr>
              <a:spcBef>
                <a:spcPts val="0"/>
              </a:spcBef>
              <a:spcAft>
                <a:spcPts val="600"/>
              </a:spcAft>
              <a:defRPr lang="pt-BR"/>
            </a:lvl2pPr>
            <a:lvl3pPr>
              <a:spcBef>
                <a:spcPts val="0"/>
              </a:spcBef>
              <a:spcAft>
                <a:spcPts val="600"/>
              </a:spcAft>
              <a:defRPr lang="pt-BR"/>
            </a:lvl3pPr>
            <a:lvl4pPr>
              <a:spcBef>
                <a:spcPts val="0"/>
              </a:spcBef>
              <a:spcAft>
                <a:spcPts val="600"/>
              </a:spcAft>
              <a:defRPr lang="pt-BR" sz="2000"/>
            </a:lvl4pPr>
            <a:lvl5pPr>
              <a:spcBef>
                <a:spcPts val="0"/>
              </a:spcBef>
              <a:spcAft>
                <a:spcPts val="600"/>
              </a:spcAft>
              <a:defRPr lang="pt-BR" sz="200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5" name="Espaço Reservado para o Número do Slide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 rtlCol="0"/>
          <a:lstStyle>
            <a:lvl1pPr>
              <a:defRPr lang="pt-BR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pt-BR" smtClean="0"/>
              <a:pPr rtl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m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áfico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50" r="58720" b="30269"/>
          <a:stretch/>
        </p:blipFill>
        <p:spPr>
          <a:xfrm>
            <a:off x="8972551" y="5081287"/>
            <a:ext cx="3219450" cy="1776714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rtlCol="0" anchor="b">
            <a:normAutofit/>
          </a:bodyPr>
          <a:lstStyle>
            <a:lvl1pPr>
              <a:defRPr lang="pt-BR" sz="2800" baseline="0"/>
            </a:lvl1pPr>
          </a:lstStyle>
          <a:p>
            <a:pPr rtl="0"/>
            <a:r>
              <a:rPr lang="pt-BR"/>
              <a:t>CLIQUE PARA adicionar o TÍTULO</a:t>
            </a:r>
          </a:p>
        </p:txBody>
      </p:sp>
      <p:sp>
        <p:nvSpPr>
          <p:cNvPr id="11" name="Espaço Reservado para Conteúdo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58669"/>
            <a:ext cx="6192838" cy="3687763"/>
          </a:xfrm>
        </p:spPr>
        <p:txBody>
          <a:bodyPr rtlCol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pt-BR"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pt-BR" sz="2000"/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pt-BR" sz="2000"/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pt-BR" sz="2000"/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pt-BR" sz="200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95483" y="2058670"/>
            <a:ext cx="3002755" cy="36877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pt-BR"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pt-BR" sz="20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pt-BR" sz="20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pt-BR" sz="20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pt-BR" sz="200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pt-BR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pt-BR" smtClean="0"/>
              <a:pPr rtl="0"/>
              <a:t>‹nº›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pt-BR"/>
            </a:lvl1pPr>
          </a:lstStyle>
          <a:p>
            <a:pPr rtl="0"/>
            <a:r>
              <a:rPr lang="pt-BR"/>
              <a:t>Título da apresentação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rtlCol="0" anchor="b">
            <a:normAutofit/>
          </a:bodyPr>
          <a:lstStyle>
            <a:lvl1pPr>
              <a:defRPr lang="pt-BR" sz="2800" baseline="0"/>
            </a:lvl1pPr>
          </a:lstStyle>
          <a:p>
            <a:pPr rtl="0"/>
            <a:r>
              <a:rPr lang="pt-BR"/>
              <a:t>CLIQUE PARA adicionar o TÍTULO</a:t>
            </a:r>
          </a:p>
        </p:txBody>
      </p:sp>
      <p:sp>
        <p:nvSpPr>
          <p:cNvPr id="11" name="Espaço Reservado para Conteúdo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43429"/>
            <a:ext cx="10405174" cy="3925467"/>
          </a:xfrm>
        </p:spPr>
        <p:txBody>
          <a:bodyPr rtlCol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pt-BR" sz="2000"/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lang="pt-BR" sz="2000"/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lang="pt-BR" sz="2000"/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lang="pt-BR" sz="2000"/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lang="pt-BR" sz="200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pt-BR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pt-BR" smtClean="0"/>
              <a:pPr rtl="0"/>
              <a:t>‹nº›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pt-BR"/>
            </a:lvl1pPr>
          </a:lstStyle>
          <a:p>
            <a:pPr rtl="0"/>
            <a:r>
              <a:rPr lang="pt-BR"/>
              <a:t>Título da apresentação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igado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áfico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5" r="24023" b="11733"/>
          <a:stretch/>
        </p:blipFill>
        <p:spPr>
          <a:xfrm>
            <a:off x="4478101" y="0"/>
            <a:ext cx="7713899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352" y="505016"/>
            <a:ext cx="5775656" cy="3284932"/>
          </a:xfrm>
        </p:spPr>
        <p:txBody>
          <a:bodyPr rtlCol="0" anchor="b">
            <a:normAutofit/>
          </a:bodyPr>
          <a:lstStyle>
            <a:lvl1pPr>
              <a:defRPr lang="pt-BR" sz="4000" baseline="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1353" y="4006024"/>
            <a:ext cx="5794248" cy="2346960"/>
          </a:xfrm>
        </p:spPr>
        <p:txBody>
          <a:bodyPr rtlCol="0"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pt-BR"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lang="pt-BR"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lang="pt-BR"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lang="pt-BR"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lang="pt-BR" sz="2000"/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 </a:t>
            </a:r>
          </a:p>
          <a:p>
            <a:pPr lvl="3" rtl="0"/>
            <a:r>
              <a:rPr lang="pt-BR"/>
              <a:t>Quarto nível </a:t>
            </a:r>
          </a:p>
          <a:p>
            <a:pPr lvl="4" rtl="0"/>
            <a:r>
              <a:rPr lang="pt-BR"/>
              <a:t>Quinto nível </a:t>
            </a:r>
          </a:p>
          <a:p>
            <a:pPr lvl="0" rtl="0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 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rtlCol="0" anchor="b">
            <a:normAutofit/>
          </a:bodyPr>
          <a:lstStyle>
            <a:lvl1pPr>
              <a:defRPr lang="pt-BR" sz="40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grpSp>
        <p:nvGrpSpPr>
          <p:cNvPr id="815" name="Grupo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16" y="-50037"/>
            <a:ext cx="12186031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pt-BR"/>
              </a:defPPr>
            </a:lstStyle>
            <a:p>
              <a:pPr rtl="0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pt-BR"/>
            </a:defPPr>
          </a:lstStyle>
          <a:p>
            <a:pPr rtl="0"/>
            <a:r>
              <a:rPr lang="pt-BR"/>
              <a:t>Clique para editar o estilo de título Mestre</a:t>
            </a:r>
            <a:endParaRPr lang="pt-BR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pt-BR"/>
            </a:def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pt-BR" sz="1000"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Título da 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pt-BR" sz="1000" b="1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pt-BR" smtClean="0"/>
              <a:pPr rtl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pt-BR"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pt-BR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1041" y="1077613"/>
            <a:ext cx="6684884" cy="1835171"/>
          </a:xfrm>
        </p:spPr>
        <p:txBody>
          <a:bodyPr rtlCol="0">
            <a:noAutofit/>
          </a:bodyPr>
          <a:lstStyle>
            <a:defPPr>
              <a:defRPr lang="pt-BR"/>
            </a:defPPr>
          </a:lstStyle>
          <a:p>
            <a:pPr algn="ctr">
              <a:lnSpc>
                <a:spcPct val="100000"/>
              </a:lnSpc>
            </a:pPr>
            <a:r>
              <a:rPr lang="pt-BR" sz="4400" dirty="0"/>
              <a:t>Projeto Sites </a:t>
            </a:r>
            <a:r>
              <a:rPr lang="pt-BR" sz="4400" dirty="0" err="1"/>
              <a:t>linux</a:t>
            </a:r>
            <a:endParaRPr lang="pt-BR" sz="4400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E7926395-A91E-DB46-7AFE-F17339ACDF20}"/>
              </a:ext>
            </a:extLst>
          </p:cNvPr>
          <p:cNvSpPr txBox="1"/>
          <p:nvPr/>
        </p:nvSpPr>
        <p:spPr>
          <a:xfrm>
            <a:off x="8626196" y="3843790"/>
            <a:ext cx="33621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/>
              <a:t>Pedro Davi de Lima Fernandes</a:t>
            </a:r>
          </a:p>
          <a:p>
            <a:r>
              <a:rPr lang="pt-BR" sz="1600" dirty="0"/>
              <a:t>Pedro Lucas Oliveira de Sousa</a:t>
            </a:r>
          </a:p>
          <a:p>
            <a:r>
              <a:rPr lang="pt-BR" sz="1600" dirty="0"/>
              <a:t>Tales de Souza Lourenço 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DE171FC-0610-68F7-3F51-DCB48130988E}"/>
              </a:ext>
            </a:extLst>
          </p:cNvPr>
          <p:cNvSpPr txBox="1"/>
          <p:nvPr/>
        </p:nvSpPr>
        <p:spPr>
          <a:xfrm>
            <a:off x="7250490" y="3059668"/>
            <a:ext cx="4382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Instalação e Configuração de Servidores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F2968C-448A-4B54-EBF0-17B0390BBBAF}"/>
              </a:ext>
            </a:extLst>
          </p:cNvPr>
          <p:cNvSpPr txBox="1"/>
          <p:nvPr/>
        </p:nvSpPr>
        <p:spPr>
          <a:xfrm>
            <a:off x="10496378" y="4935688"/>
            <a:ext cx="11368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23/01/2026</a:t>
            </a:r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0870A-EBCD-13FC-D1A2-49C555C48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/>
              <a:t>Objetivo do projeto </a:t>
            </a:r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70B4EC43-20C2-1DA5-646B-B8D26CF7D0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/>
          <a:lstStyle>
            <a:defPPr>
              <a:defRPr lang="pt-BR"/>
            </a:defPPr>
          </a:lstStyle>
          <a:p>
            <a:r>
              <a:rPr lang="pt-BR" dirty="0"/>
              <a:t>Demonstrar a configuração e administração de um ambiente Web empresarial utilizando ferramentas Linux. Demonstrar a configuração e administração de um ambiente Web empresarial utilizando ferramentas Linux. </a:t>
            </a:r>
          </a:p>
          <a:p>
            <a:r>
              <a:rPr lang="pt-BR" dirty="0"/>
              <a:t>Implementação de uma aplicação funcional com divisão entre </a:t>
            </a:r>
            <a:r>
              <a:rPr lang="pt-BR" dirty="0" err="1"/>
              <a:t>Frontend</a:t>
            </a:r>
            <a:r>
              <a:rPr lang="pt-BR" dirty="0"/>
              <a:t> (usuário) e </a:t>
            </a:r>
            <a:r>
              <a:rPr lang="pt-BR" dirty="0" err="1"/>
              <a:t>Backend</a:t>
            </a:r>
            <a:r>
              <a:rPr lang="pt-BR" dirty="0"/>
              <a:t> (administrativo).</a:t>
            </a:r>
          </a:p>
          <a:p>
            <a:r>
              <a:rPr lang="pt-BR" dirty="0"/>
              <a:t>Separação de serviços (Web e Banco de Dados).</a:t>
            </a:r>
          </a:p>
          <a:p>
            <a:r>
              <a:rPr lang="pt-BR" dirty="0"/>
              <a:t>Integração de CRUD</a:t>
            </a:r>
          </a:p>
          <a:p>
            <a:endParaRPr lang="pt-BR" dirty="0"/>
          </a:p>
        </p:txBody>
      </p:sp>
      <p:sp>
        <p:nvSpPr>
          <p:cNvPr id="3" name="Espaço Reservado para o Número do Slide 2">
            <a:extLst>
              <a:ext uri="{FF2B5EF4-FFF2-40B4-BE49-F238E27FC236}">
                <a16:creationId xmlns:a16="http://schemas.microsoft.com/office/drawing/2014/main" id="{089920E1-1F47-D3FB-B5CD-7110B3795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fld id="{B5CEABB6-07DC-46E8-9B57-56EC44A396E5}" type="slidenum">
              <a:rPr lang="pt-BR" smtClean="0"/>
              <a:pPr/>
              <a:t>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82749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pt-BR"/>
            </a:defPPr>
          </a:lstStyle>
          <a:p>
            <a:r>
              <a:rPr lang="pt-BR" dirty="0"/>
              <a:t>Tecnologias Utilizadas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931AA74-1B85-8980-9816-4DAB721C1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/>
          </a:bodyPr>
          <a:lstStyle>
            <a:defPPr>
              <a:defRPr lang="pt-BR"/>
            </a:defPPr>
          </a:lstStyle>
          <a:p>
            <a:r>
              <a:rPr lang="pt-BR" b="1" dirty="0"/>
              <a:t>Sistema Operacional:</a:t>
            </a:r>
            <a:r>
              <a:rPr lang="pt-BR" dirty="0"/>
              <a:t> Debian GNU/Linux (Estabilidade e segurança para servidores).</a:t>
            </a:r>
          </a:p>
          <a:p>
            <a:r>
              <a:rPr lang="pt-BR" b="1" dirty="0"/>
              <a:t>Servidor Web:</a:t>
            </a:r>
            <a:r>
              <a:rPr lang="pt-BR" dirty="0"/>
              <a:t> Apache2 (Hospedagem dos sites e configuração de Virtual Hosts).</a:t>
            </a:r>
          </a:p>
          <a:p>
            <a:r>
              <a:rPr lang="pt-BR" b="1" dirty="0"/>
              <a:t>Banco de Dados:</a:t>
            </a:r>
            <a:r>
              <a:rPr lang="pt-BR" dirty="0"/>
              <a:t> MySQL/</a:t>
            </a:r>
            <a:r>
              <a:rPr lang="pt-BR" dirty="0" err="1"/>
              <a:t>MariaDB</a:t>
            </a:r>
            <a:r>
              <a:rPr lang="pt-BR" dirty="0"/>
              <a:t> (Armazenamento relacional dos dados).</a:t>
            </a:r>
          </a:p>
          <a:p>
            <a:r>
              <a:rPr lang="pt-BR" b="1" dirty="0"/>
              <a:t>Linguagem:</a:t>
            </a:r>
            <a:r>
              <a:rPr lang="pt-BR" dirty="0"/>
              <a:t> PHP (Processamento dinâmico e conexão com o banco).</a:t>
            </a:r>
          </a:p>
          <a:p>
            <a:endParaRPr lang="pt-BR" dirty="0"/>
          </a:p>
        </p:txBody>
      </p:sp>
      <p:sp>
        <p:nvSpPr>
          <p:cNvPr id="3" name="Espaço Reservado para o Número do Slide 2">
            <a:extLst>
              <a:ext uri="{FF2B5EF4-FFF2-40B4-BE49-F238E27FC236}">
                <a16:creationId xmlns:a16="http://schemas.microsoft.com/office/drawing/2014/main" id="{95D7C9F2-EB2A-D57B-0D06-69B87C19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fld id="{B5CEABB6-07DC-46E8-9B57-56EC44A396E5}" type="slidenum">
              <a:rPr lang="pt-BR" smtClean="0"/>
              <a:pPr rtl="0"/>
              <a:t>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99008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A929D-471C-5A59-22C1-1961A7925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6B7F7F-F927-C7D6-B9F8-D0C3EFA29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352" y="-202690"/>
            <a:ext cx="8297380" cy="1326514"/>
          </a:xfrm>
        </p:spPr>
        <p:txBody>
          <a:bodyPr rtlCol="0"/>
          <a:lstStyle>
            <a:defPPr>
              <a:defRPr lang="pt-BR"/>
            </a:defPPr>
          </a:lstStyle>
          <a:p>
            <a:r>
              <a:rPr lang="pt-BR" dirty="0"/>
              <a:t>Arquitetura da Solução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C63DC66-9E20-B99B-15DE-4FBACF4F98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7561" y="1526959"/>
            <a:ext cx="9157258" cy="3160451"/>
          </a:xfrm>
        </p:spPr>
        <p:txBody>
          <a:bodyPr rtlCol="0">
            <a:normAutofit/>
          </a:bodyPr>
          <a:lstStyle>
            <a:defPPr>
              <a:defRPr lang="pt-BR"/>
            </a:defPPr>
          </a:lstStyle>
          <a:p>
            <a:pPr lvl="1"/>
            <a:r>
              <a:rPr lang="pt-BR" sz="2800" b="1" dirty="0"/>
              <a:t>Descrição Visual do Cenário:</a:t>
            </a:r>
            <a:endParaRPr lang="pt-BR" b="1" dirty="0"/>
          </a:p>
          <a:p>
            <a:pPr lvl="8"/>
            <a:endParaRPr lang="pt-BR" b="1" dirty="0"/>
          </a:p>
          <a:p>
            <a:pPr lvl="1"/>
            <a:r>
              <a:rPr lang="pt-BR" dirty="0"/>
              <a:t>Máquina 1 (Servidor Web):</a:t>
            </a:r>
          </a:p>
          <a:p>
            <a:pPr lvl="2"/>
            <a:r>
              <a:rPr lang="pt-BR" dirty="0"/>
              <a:t>IP:</a:t>
            </a:r>
          </a:p>
          <a:p>
            <a:pPr lvl="2"/>
            <a:r>
              <a:rPr lang="pt-BR" dirty="0"/>
              <a:t>Serviços: Apache2 + PHP</a:t>
            </a:r>
          </a:p>
          <a:p>
            <a:pPr lvl="2"/>
            <a:r>
              <a:rPr lang="pt-BR" dirty="0"/>
              <a:t>Hospeda:																		</a:t>
            </a:r>
          </a:p>
        </p:txBody>
      </p:sp>
      <p:sp>
        <p:nvSpPr>
          <p:cNvPr id="3" name="Espaço Reservado para o Número do Slide 2">
            <a:extLst>
              <a:ext uri="{FF2B5EF4-FFF2-40B4-BE49-F238E27FC236}">
                <a16:creationId xmlns:a16="http://schemas.microsoft.com/office/drawing/2014/main" id="{89CA3A06-3BC6-42AB-2EFF-3833E1DED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fld id="{B5CEABB6-07DC-46E8-9B57-56EC44A396E5}" type="slidenum">
              <a:rPr lang="pt-BR" smtClean="0"/>
              <a:pPr rtl="0"/>
              <a:t>4</a:t>
            </a:fld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50238E3-1542-CE0A-1B05-758A40211A7A}"/>
              </a:ext>
            </a:extLst>
          </p:cNvPr>
          <p:cNvSpPr txBox="1"/>
          <p:nvPr/>
        </p:nvSpPr>
        <p:spPr>
          <a:xfrm>
            <a:off x="660265" y="4102539"/>
            <a:ext cx="5842269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Máquina 2 (Servidor Banco de Dados):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2000" dirty="0"/>
              <a:t>IP: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2000" dirty="0"/>
              <a:t>Serviços: MySQL Server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2000" dirty="0"/>
              <a:t>Configuração: Permite conexão remota apenas do IP do Servidor Web.</a:t>
            </a:r>
          </a:p>
          <a:p>
            <a:pPr marL="285750" indent="-285750" algn="r">
              <a:buFont typeface="Arial" panose="020B0604020202020204" pitchFamily="34" charset="0"/>
              <a:buChar char="•"/>
            </a:pPr>
            <a:endParaRPr lang="pt-BR" b="1" dirty="0"/>
          </a:p>
          <a:p>
            <a:endParaRPr lang="pt-BR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299ECFF-2C09-BF88-7921-558C96ED41DF}"/>
              </a:ext>
            </a:extLst>
          </p:cNvPr>
          <p:cNvSpPr txBox="1"/>
          <p:nvPr/>
        </p:nvSpPr>
        <p:spPr>
          <a:xfrm>
            <a:off x="5592932" y="2153030"/>
            <a:ext cx="39442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Máquina 3 (Cliente):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2000" dirty="0"/>
              <a:t>Navegador Web acessando os sites via DNS/Hosts.</a:t>
            </a:r>
          </a:p>
        </p:txBody>
      </p:sp>
    </p:spTree>
    <p:extLst>
      <p:ext uri="{BB962C8B-B14F-4D97-AF65-F5344CB8AC3E}">
        <p14:creationId xmlns:p14="http://schemas.microsoft.com/office/powerpoint/2010/main" val="613594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688B9-5D22-AAC8-DFDF-416D5E10D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10E873-0DD4-2C08-B4B1-9F66EFCFB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pt-BR"/>
            </a:defPPr>
          </a:lstStyle>
          <a:p>
            <a:r>
              <a:rPr lang="pt-BR" dirty="0"/>
              <a:t>Diagrama Entidade-Relacionamento (DER)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8339E2C-F1B8-D1AC-4E35-99685F2C1F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323089" y="911352"/>
            <a:ext cx="45719" cy="57912"/>
          </a:xfrm>
        </p:spPr>
        <p:txBody>
          <a:bodyPr rtlCol="0">
            <a:normAutofit fontScale="25000" lnSpcReduction="20000"/>
          </a:bodyPr>
          <a:lstStyle>
            <a:defPPr>
              <a:defRPr lang="pt-BR"/>
            </a:defPPr>
          </a:lstStyle>
          <a:p>
            <a:endParaRPr lang="pt-BR" dirty="0"/>
          </a:p>
        </p:txBody>
      </p:sp>
      <p:sp>
        <p:nvSpPr>
          <p:cNvPr id="3" name="Espaço Reservado para o Número do Slide 2">
            <a:extLst>
              <a:ext uri="{FF2B5EF4-FFF2-40B4-BE49-F238E27FC236}">
                <a16:creationId xmlns:a16="http://schemas.microsoft.com/office/drawing/2014/main" id="{2B320DBE-053F-C4AF-2F34-F09CB98AC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fld id="{B5CEABB6-07DC-46E8-9B57-56EC44A396E5}" type="slidenum">
              <a:rPr lang="pt-BR" smtClean="0"/>
              <a:pPr rtl="0"/>
              <a:t>5</a:t>
            </a:fld>
            <a:endParaRPr lang="pt-BR" dirty="0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8FB72F57-4AAF-0D15-6D7E-BE94EA9F268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7" name="AutoShape 6">
            <a:extLst>
              <a:ext uri="{FF2B5EF4-FFF2-40B4-BE49-F238E27FC236}">
                <a16:creationId xmlns:a16="http://schemas.microsoft.com/office/drawing/2014/main" id="{B6E0CF06-49A0-FCB6-1077-B360D89B7FE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58840" y="3441192"/>
            <a:ext cx="3368040" cy="3368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9" name="Imagem 8" descr="Diagrama&#10;&#10;O conteúdo gerado por IA pode estar incorreto.">
            <a:extLst>
              <a:ext uri="{FF2B5EF4-FFF2-40B4-BE49-F238E27FC236}">
                <a16:creationId xmlns:a16="http://schemas.microsoft.com/office/drawing/2014/main" id="{CFCF97C5-3ED9-8E78-C900-CBC787A0BE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529"/>
          <a:stretch>
            <a:fillRect/>
          </a:stretch>
        </p:blipFill>
        <p:spPr>
          <a:xfrm>
            <a:off x="1849686" y="1976374"/>
            <a:ext cx="6969701" cy="3249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829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7E8D25-D403-2E2B-50DA-B21A0500A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352" y="1792224"/>
            <a:ext cx="4575048" cy="1997724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sz="6000" dirty="0"/>
              <a:t>Obrigado</a:t>
            </a:r>
            <a:r>
              <a:rPr lang="pt-BR" dirty="0"/>
              <a:t> 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EC6DB3D-3AE2-9478-3245-FE2F98B96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 flipH="1" flipV="1">
            <a:off x="0" y="0"/>
            <a:ext cx="45719" cy="45719"/>
          </a:xfrm>
        </p:spPr>
        <p:txBody>
          <a:bodyPr rtlCol="0">
            <a:normAutofit fontScale="25000" lnSpcReduction="20000"/>
          </a:bodyPr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93061142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42477_TF16411248_Win32" id="{E0B7C64D-E7E1-4555-8117-61C2A45FE039}" vid="{4C7C9429-2BC7-4AFE-A088-9B9FA8128CAC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C5040CA-20CC-43C6-BC0C-8D8696B6AF8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BFBA14A9-9290-4E1F-A1C4-0305BFA57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{38BBCFAC-DF6B-4724-AFF0-B6BE3AFF31B3}TFb05bf529-a1dc-42d5-b9d6-8a1e9569dd9c594845f8_win32-39438fd2aa18</Template>
  <TotalTime>96</TotalTime>
  <Words>237</Words>
  <Application>Microsoft Office PowerPoint</Application>
  <PresentationFormat>Widescreen</PresentationFormat>
  <Paragraphs>41</Paragraphs>
  <Slides>6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1" baseType="lpstr">
      <vt:lpstr>Arial</vt:lpstr>
      <vt:lpstr>Avenir Next LT Pro Light</vt:lpstr>
      <vt:lpstr>Calibri</vt:lpstr>
      <vt:lpstr>Posterama</vt:lpstr>
      <vt:lpstr>Personalizado</vt:lpstr>
      <vt:lpstr>Projeto Sites linux</vt:lpstr>
      <vt:lpstr>Objetivo do projeto </vt:lpstr>
      <vt:lpstr>Tecnologias Utilizadas</vt:lpstr>
      <vt:lpstr>Arquitetura da Solução</vt:lpstr>
      <vt:lpstr>Diagrama Entidade-Relacionamento (DER)</vt:lpstr>
      <vt:lpstr>Obrigado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Pedro Davi de Lima Fernandes</dc:creator>
  <cp:lastModifiedBy>pedro davi</cp:lastModifiedBy>
  <cp:revision>1</cp:revision>
  <dcterms:created xsi:type="dcterms:W3CDTF">2026-01-23T13:08:25Z</dcterms:created>
  <dcterms:modified xsi:type="dcterms:W3CDTF">2026-01-24T00:51:07Z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